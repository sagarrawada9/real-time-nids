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013D8-12F3-454D-BF70-6657BE951DC0}" v="6" dt="2025-10-15T04:53:38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Rawada" userId="ecd80fd91fa6e811" providerId="LiveId" clId="{E9D42365-BEF2-4F89-AB75-AE4819027410}"/>
    <pc:docChg chg="undo custSel delSld modSld">
      <pc:chgData name="Sagar Rawada" userId="ecd80fd91fa6e811" providerId="LiveId" clId="{E9D42365-BEF2-4F89-AB75-AE4819027410}" dt="2025-10-15T04:55:12.390" v="37" actId="1076"/>
      <pc:docMkLst>
        <pc:docMk/>
      </pc:docMkLst>
      <pc:sldChg chg="modSp mod">
        <pc:chgData name="Sagar Rawada" userId="ecd80fd91fa6e811" providerId="LiveId" clId="{E9D42365-BEF2-4F89-AB75-AE4819027410}" dt="2025-10-15T04:55:12.390" v="37" actId="1076"/>
        <pc:sldMkLst>
          <pc:docMk/>
          <pc:sldMk cId="1673576631" sldId="256"/>
        </pc:sldMkLst>
        <pc:spChg chg="mod">
          <ac:chgData name="Sagar Rawada" userId="ecd80fd91fa6e811" providerId="LiveId" clId="{E9D42365-BEF2-4F89-AB75-AE4819027410}" dt="2025-10-15T04:55:12.390" v="37" actId="1076"/>
          <ac:spMkLst>
            <pc:docMk/>
            <pc:sldMk cId="1673576631" sldId="256"/>
            <ac:spMk id="3" creationId="{6BCD341D-8FEB-04CC-6C7B-743E17970CA6}"/>
          </ac:spMkLst>
        </pc:spChg>
      </pc:sldChg>
      <pc:sldChg chg="del">
        <pc:chgData name="Sagar Rawada" userId="ecd80fd91fa6e811" providerId="LiveId" clId="{E9D42365-BEF2-4F89-AB75-AE4819027410}" dt="2025-10-15T04:47:26.978" v="1" actId="47"/>
        <pc:sldMkLst>
          <pc:docMk/>
          <pc:sldMk cId="3430926103" sldId="257"/>
        </pc:sldMkLst>
      </pc:sldChg>
      <pc:sldChg chg="modSp mod">
        <pc:chgData name="Sagar Rawada" userId="ecd80fd91fa6e811" providerId="LiveId" clId="{E9D42365-BEF2-4F89-AB75-AE4819027410}" dt="2025-10-15T04:51:10.653" v="15" actId="20577"/>
        <pc:sldMkLst>
          <pc:docMk/>
          <pc:sldMk cId="549729381" sldId="260"/>
        </pc:sldMkLst>
        <pc:spChg chg="mod">
          <ac:chgData name="Sagar Rawada" userId="ecd80fd91fa6e811" providerId="LiveId" clId="{E9D42365-BEF2-4F89-AB75-AE4819027410}" dt="2025-10-15T04:51:10.653" v="15" actId="20577"/>
          <ac:spMkLst>
            <pc:docMk/>
            <pc:sldMk cId="549729381" sldId="260"/>
            <ac:spMk id="3" creationId="{47B0906A-6ACA-8AA9-1179-10BCBD7CE3E5}"/>
          </ac:spMkLst>
        </pc:spChg>
      </pc:sldChg>
      <pc:sldChg chg="setBg">
        <pc:chgData name="Sagar Rawada" userId="ecd80fd91fa6e811" providerId="LiveId" clId="{E9D42365-BEF2-4F89-AB75-AE4819027410}" dt="2025-10-15T04:53:13.674" v="17"/>
        <pc:sldMkLst>
          <pc:docMk/>
          <pc:sldMk cId="3269823869" sldId="264"/>
        </pc:sldMkLst>
      </pc:sldChg>
      <pc:sldChg chg="setBg">
        <pc:chgData name="Sagar Rawada" userId="ecd80fd91fa6e811" providerId="LiveId" clId="{E9D42365-BEF2-4F89-AB75-AE4819027410}" dt="2025-10-15T04:53:38.831" v="21"/>
        <pc:sldMkLst>
          <pc:docMk/>
          <pc:sldMk cId="300934600" sldId="266"/>
        </pc:sldMkLst>
      </pc:sldChg>
      <pc:sldChg chg="del">
        <pc:chgData name="Sagar Rawada" userId="ecd80fd91fa6e811" providerId="LiveId" clId="{E9D42365-BEF2-4F89-AB75-AE4819027410}" dt="2025-10-15T04:46:03.957" v="0" actId="47"/>
        <pc:sldMkLst>
          <pc:docMk/>
          <pc:sldMk cId="1872497178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56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06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273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2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0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8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87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0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2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02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C966A4D4-049A-4389-B407-0E7091A07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B3AF4-19E4-7338-6912-27DF8E46B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/>
              <a:t>Real-Time Network Intrusion Detection System (NIDS) using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D341D-8FEB-04CC-6C7B-743E17970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918" y="4379256"/>
            <a:ext cx="3302634" cy="16826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B5899359-8523-4D4D-B568-3FDFAF982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2E9C9585-DA89-4D7E-BCDF-576461A1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77586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What is a Network Intrusion Detection ...">
            <a:extLst>
              <a:ext uri="{FF2B5EF4-FFF2-40B4-BE49-F238E27FC236}">
                <a16:creationId xmlns:a16="http://schemas.microsoft.com/office/drawing/2014/main" id="{3BEEC711-B9C4-F8F9-996A-FE2ED34F7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7586" y="1904723"/>
            <a:ext cx="4509742" cy="252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7A0CF91-363B-6593-FB4E-E1D83C6A9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576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59EF-22B3-8EC5-B7BF-D12D7851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272" y="119922"/>
            <a:ext cx="9728277" cy="110903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CHAPTER 1: INTRODUCTION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1B9079-57C1-1800-FB61-31D31F474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722" y="2319648"/>
            <a:ext cx="905230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face growing cyber threats (DDoS, brute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force,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firewalls are insufficient—attacks often look like normal traffic.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NIDS monitors network traffic in real time to detect malicious activity.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ML-based NIDS improves accuracy, adapts to new attacks, and achieved ~99% detection.</a:t>
            </a:r>
          </a:p>
        </p:txBody>
      </p:sp>
    </p:spTree>
    <p:extLst>
      <p:ext uri="{BB962C8B-B14F-4D97-AF65-F5344CB8AC3E}">
        <p14:creationId xmlns:p14="http://schemas.microsoft.com/office/powerpoint/2010/main" val="125914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DDDA-71CB-6160-D1A0-6A4EBACA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881" y="213015"/>
            <a:ext cx="9788237" cy="842963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5DAB0-71A3-F0AC-B72C-2982FFCB2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8904" y="3623872"/>
            <a:ext cx="7395608" cy="4263572"/>
          </a:xfrm>
        </p:spPr>
        <p:txBody>
          <a:bodyPr>
            <a:noAutofit/>
          </a:bodyPr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indent="-342900">
              <a:buFont typeface="+mj-lt"/>
              <a:buAutoNum type="arabicPeriod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network intrusions (dos, </a:t>
            </a:r>
            <a:r>
              <a:rPr lang="en-IN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bruteforce</a:t>
            </a: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bot, infiltration)</a:t>
            </a:r>
          </a:p>
          <a:p>
            <a:pPr marL="342900" indent="-342900">
              <a:buFont typeface="+mj-lt"/>
              <a:buAutoNum type="arabicPeriod"/>
            </a:pPr>
            <a:r>
              <a:rPr lang="en-IN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traffic features (IP, protocol, packet stats, severity)</a:t>
            </a:r>
          </a:p>
          <a:p>
            <a:pPr marL="342900" indent="-342900">
              <a:buFont typeface="+mj-lt"/>
              <a:buAutoNum type="arabicPeriod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detection and IP blocking</a:t>
            </a:r>
          </a:p>
          <a:p>
            <a:pPr marL="342900" indent="-342900">
              <a:buFont typeface="+mj-lt"/>
              <a:buAutoNum type="arabicPeriod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attack trends and performance metrics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1F1600-3473-63A2-A3D9-3B1AFF44B562}"/>
              </a:ext>
            </a:extLst>
          </p:cNvPr>
          <p:cNvSpPr txBox="1">
            <a:spLocks/>
          </p:cNvSpPr>
          <p:nvPr/>
        </p:nvSpPr>
        <p:spPr>
          <a:xfrm>
            <a:off x="260678" y="1506430"/>
            <a:ext cx="8643479" cy="2117442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increasing in frequency and complexity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IDS (signature-based) fail on new/unknown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is slow and inefficient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83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E952-F814-0D4D-33C3-B62AD2EA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290" y="213609"/>
            <a:ext cx="8648985" cy="84296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CHAPTER 2: 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0906A-6ACA-8AA9-1179-10BCBD7C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71496" y="1472433"/>
            <a:ext cx="10490446" cy="5171958"/>
          </a:xfrm>
        </p:spPr>
        <p:txBody>
          <a:bodyPr>
            <a:normAutofit fontScale="85000" lnSpcReduction="20000"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CICIDS2017</a:t>
            </a: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Originally developed by the Canadian Institute for Cybersecurity</a:t>
            </a: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Downloaded from Kaggle (open-source version for public use)</a:t>
            </a:r>
          </a:p>
          <a:p>
            <a:pPr marL="342900" indent="-34290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56,661 rows, 78 features</a:t>
            </a:r>
            <a:endParaRPr lang="en-IN" sz="19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 + malicious traffic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types: Dos, </a:t>
            </a:r>
            <a:r>
              <a:rPr lang="en-IN" sz="19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bruteforce</a:t>
            </a: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bot, </a:t>
            </a:r>
            <a:r>
              <a:rPr lang="en-IN" sz="19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webattack</a:t>
            </a: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infiltration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(Top 15 Selected)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size statistics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duration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window bytes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 packets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Active/idle times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(rare attacks)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dimensionality(78)</a:t>
            </a:r>
          </a:p>
          <a:p>
            <a:pPr marL="285750" indent="-285750"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9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from 2017 (older threats)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72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88AF-18E9-0CF9-5823-2958887B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677" y="200493"/>
            <a:ext cx="9804573" cy="7043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CHAPTER 3: METHODS AND ALGORITHMS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971A0-2DD8-2118-3DDB-56E6896DC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30981" y="1122003"/>
            <a:ext cx="9263581" cy="5735997"/>
          </a:xfrm>
        </p:spPr>
        <p:txBody>
          <a:bodyPr>
            <a:normAutofit/>
          </a:bodyPr>
          <a:lstStyle/>
          <a:p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missing/infinite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 numerical features (</a:t>
            </a:r>
            <a:r>
              <a:rPr lang="en-IN" sz="18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 labels (</a:t>
            </a:r>
            <a:r>
              <a:rPr lang="en-IN" sz="18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labelencoder</a:t>
            </a: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using </a:t>
            </a:r>
            <a:r>
              <a:rPr lang="en-IN" sz="18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importance (top 15)</a:t>
            </a:r>
          </a:p>
          <a:p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(ensemble, robust, interpretable)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(boosting, high accuracy, fast)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(baseline model)</a:t>
            </a:r>
          </a:p>
          <a:p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/ recall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51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56A0-A980-0990-F5B2-7281F10D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001" y="325045"/>
            <a:ext cx="8887009" cy="59937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CHAPTER 4: PROJECT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52C0A-AE1D-CF82-E33A-DF654BB92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970360" y="1275125"/>
            <a:ext cx="7582865" cy="59061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6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odels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on the basic of accuracy:</a:t>
            </a:r>
            <a:endParaRPr lang="en-IN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99.53%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≈ 99.52%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≈ 75%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to select random forest: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Almost same accuracy as </a:t>
            </a:r>
            <a:r>
              <a:rPr lang="en-IN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IN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stable and consistent performance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handling of class imbalance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Easier interpretation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reliable in real-time deployment</a:t>
            </a:r>
          </a:p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19C478-A8A6-9DF5-9DDE-0EC255A27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353" y="1790562"/>
            <a:ext cx="5618219" cy="397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72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F6C4-9804-99C3-1C9B-8D5100C2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655" y="290840"/>
            <a:ext cx="9130507" cy="7424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/>
              <a:t>CHAPTER 5: FINAL RESULTS &amp; SYSTEM WORKING</a:t>
            </a:r>
            <a:endParaRPr lang="en-IN" sz="3000" dirty="0"/>
          </a:p>
        </p:txBody>
      </p:sp>
      <p:pic>
        <p:nvPicPr>
          <p:cNvPr id="9" name="Content Placeholder 8" descr="A diagram of a training process&#10;&#10;AI-generated content may be incorrect.">
            <a:extLst>
              <a:ext uri="{FF2B5EF4-FFF2-40B4-BE49-F238E27FC236}">
                <a16:creationId xmlns:a16="http://schemas.microsoft.com/office/drawing/2014/main" id="{64703042-BE60-5BEB-4207-BB528EAC2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3" y="2051143"/>
            <a:ext cx="6074757" cy="36138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A4FA7-8B66-B4BA-771B-FD8E50369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7552" y="1998999"/>
            <a:ext cx="4046700" cy="3773886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Working (Step-by-step):-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packets (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PyShark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(flow-level)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&amp; encode using saved scaler/encoder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attack using RF model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on dashboard with severity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 to block malicious IPs</a:t>
            </a:r>
          </a:p>
          <a:p>
            <a:pPr marL="34290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logs / reports</a:t>
            </a:r>
          </a:p>
          <a:p>
            <a:pPr algn="l">
              <a:lnSpc>
                <a:spcPct val="11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1F9E5-66B4-F3CD-69B0-BE577904344A}"/>
              </a:ext>
            </a:extLst>
          </p:cNvPr>
          <p:cNvSpPr txBox="1"/>
          <p:nvPr/>
        </p:nvSpPr>
        <p:spPr>
          <a:xfrm>
            <a:off x="886932" y="1568112"/>
            <a:ext cx="45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/>
              <a:t>Real-Time Architecture:</a:t>
            </a:r>
          </a:p>
        </p:txBody>
      </p:sp>
    </p:spTree>
    <p:extLst>
      <p:ext uri="{BB962C8B-B14F-4D97-AF65-F5344CB8AC3E}">
        <p14:creationId xmlns:p14="http://schemas.microsoft.com/office/powerpoint/2010/main" val="326982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2B7C-D764-35D6-788E-FB2DE6E1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029" y="205865"/>
            <a:ext cx="8765667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Real-Time Network Monitoring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36BE42-A8DC-CD64-9134-A4896A30C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425" y="1253893"/>
            <a:ext cx="4274736" cy="2251674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8B387B-DDD6-15DE-5B4E-32A905A6B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113" y="1065809"/>
            <a:ext cx="3839311" cy="222094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8626B5-A869-C1C1-16B9-30601F881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113" y="3967345"/>
            <a:ext cx="4274736" cy="2251674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6EECA-57DF-58A6-0664-E0B3C55F9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711" y="3998072"/>
            <a:ext cx="4216402" cy="222094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4D4429-94F3-9A6B-C1CA-D1A3927F27FC}"/>
              </a:ext>
            </a:extLst>
          </p:cNvPr>
          <p:cNvCxnSpPr>
            <a:cxnSpLocks/>
          </p:cNvCxnSpPr>
          <p:nvPr/>
        </p:nvCxnSpPr>
        <p:spPr>
          <a:xfrm>
            <a:off x="7794648" y="3286756"/>
            <a:ext cx="0" cy="711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771FA9-DFD8-5E14-4392-28B91A1356C7}"/>
              </a:ext>
            </a:extLst>
          </p:cNvPr>
          <p:cNvCxnSpPr/>
          <p:nvPr/>
        </p:nvCxnSpPr>
        <p:spPr>
          <a:xfrm flipH="1">
            <a:off x="5596113" y="5113066"/>
            <a:ext cx="1224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2C8544-FD17-92EC-3046-1D74644EDDCA}"/>
              </a:ext>
            </a:extLst>
          </p:cNvPr>
          <p:cNvSpPr txBox="1"/>
          <p:nvPr/>
        </p:nvSpPr>
        <p:spPr>
          <a:xfrm>
            <a:off x="1620264" y="3505567"/>
            <a:ext cx="372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Main Dashboard to view all details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1058A4-AAA7-87CA-2D32-05D6D5809FCC}"/>
              </a:ext>
            </a:extLst>
          </p:cNvPr>
          <p:cNvSpPr txBox="1"/>
          <p:nvPr/>
        </p:nvSpPr>
        <p:spPr>
          <a:xfrm>
            <a:off x="8119465" y="3303885"/>
            <a:ext cx="2728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Attacks Distribution Graph and Count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143465-20E7-E80F-2CC5-9883F0FC35AE}"/>
              </a:ext>
            </a:extLst>
          </p:cNvPr>
          <p:cNvSpPr txBox="1"/>
          <p:nvPr/>
        </p:nvSpPr>
        <p:spPr>
          <a:xfrm>
            <a:off x="6443862" y="6249753"/>
            <a:ext cx="590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View all log of network to block the IP address of attacks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BA9FB8-7584-913E-2611-9D5826A68B06}"/>
              </a:ext>
            </a:extLst>
          </p:cNvPr>
          <p:cNvSpPr txBox="1"/>
          <p:nvPr/>
        </p:nvSpPr>
        <p:spPr>
          <a:xfrm>
            <a:off x="2061029" y="6219019"/>
            <a:ext cx="305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Security Summary Report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353262-3A25-0454-BDEC-AE40BFA80BE1}"/>
              </a:ext>
            </a:extLst>
          </p:cNvPr>
          <p:cNvCxnSpPr/>
          <p:nvPr/>
        </p:nvCxnSpPr>
        <p:spPr>
          <a:xfrm>
            <a:off x="5619161" y="2379730"/>
            <a:ext cx="12596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3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5981-3AE1-C1C7-0A75-4010C5AB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698" y="273064"/>
            <a:ext cx="9411664" cy="842963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C3BDA-B54B-F214-A50E-73DF11E0B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99410" y="1828799"/>
            <a:ext cx="8634334" cy="5261549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Conclusion:-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NIDS can detect intrusions in real time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~99.5% accuracy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dashboard improves monitoring &amp; response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helps to take quick actions</a:t>
            </a:r>
          </a:p>
          <a:p>
            <a:pPr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Scope:-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deep learning (autoencoders)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from new attack data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prevention (real-time auto blocking)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NIDS for large-scale monitoring</a:t>
            </a:r>
          </a:p>
          <a:p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80085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414</TotalTime>
  <Words>501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Times New Roman</vt:lpstr>
      <vt:lpstr>Wingdings</vt:lpstr>
      <vt:lpstr>Parcel</vt:lpstr>
      <vt:lpstr>Real-Time Network Intrusion Detection System (NIDS) using ML</vt:lpstr>
      <vt:lpstr>CHAPTER 1: INTRODUCTION </vt:lpstr>
      <vt:lpstr>PROBLEM STATEMENT &amp; OBJECTIVES</vt:lpstr>
      <vt:lpstr>CHAPTER 2: DATASET DESCRIPTION</vt:lpstr>
      <vt:lpstr>CHAPTER 3: METHODS AND ALGORITHMS</vt:lpstr>
      <vt:lpstr>CHAPTER 4: PROJECT ANALYSIS</vt:lpstr>
      <vt:lpstr>CHAPTER 5: FINAL RESULTS &amp; SYSTEM WORKING</vt:lpstr>
      <vt:lpstr>Real-Time Network Monitoring Dashboard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Rawada</dc:creator>
  <cp:lastModifiedBy>Sagar Rawada</cp:lastModifiedBy>
  <cp:revision>4</cp:revision>
  <dcterms:created xsi:type="dcterms:W3CDTF">2025-10-14T15:37:56Z</dcterms:created>
  <dcterms:modified xsi:type="dcterms:W3CDTF">2025-11-24T10:08:48Z</dcterms:modified>
</cp:coreProperties>
</file>